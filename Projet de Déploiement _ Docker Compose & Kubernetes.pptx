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SemiBold" panose="000007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AED6F3-DAD4-4580-8D74-1C691C8129EE}">
  <a:tblStyle styleId="{C2AED6F3-DAD4-4580-8D74-1C691C8129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86954"/>
            <a:ext cx="11049000" cy="368409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95350" y="2158454"/>
            <a:ext cx="1040130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Conteneurisation &amp; Orchestration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43000" y="3594645"/>
            <a:ext cx="99060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Projet</a:t>
            </a:r>
            <a:r>
              <a:rPr lang="en-US" sz="1800" b="0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Déploiement</a:t>
            </a:r>
            <a:r>
              <a:rPr lang="en-US" sz="1800" b="0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 : Docker Compose &amp; Kubernetes (K3s)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Préparénpar</a:t>
            </a:r>
            <a:r>
              <a:rPr lang="en-US" sz="1800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 : Miadi Maram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4223295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Architecture Moderne | Best Practices | Démonstration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10F88B-D8E3-3B55-7115-82F69AA277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9046"/>
            <a:ext cx="2583656" cy="141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3281" y="2369046"/>
            <a:ext cx="2583656" cy="141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2369046"/>
            <a:ext cx="2583656" cy="141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36843" y="2369046"/>
            <a:ext cx="2583656" cy="141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024312"/>
            <a:ext cx="2583656" cy="141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93281" y="4024312"/>
            <a:ext cx="2583656" cy="141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15062" y="4024312"/>
            <a:ext cx="2583656" cy="141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36843" y="4024312"/>
            <a:ext cx="2583656" cy="1417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19150" y="2616696"/>
            <a:ext cx="20883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19150" y="3092946"/>
            <a:ext cx="2088356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de l'Application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3640931" y="2616696"/>
            <a:ext cx="20883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640931" y="3092946"/>
            <a:ext cx="2088356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Technologies &amp; Environnement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462712" y="2616696"/>
            <a:ext cx="20883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462712" y="3092946"/>
            <a:ext cx="2088356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Phase 1 : Docker Compose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284493" y="2616696"/>
            <a:ext cx="20883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284493" y="3092946"/>
            <a:ext cx="2088356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Phase 2 : Kubernetes (K3s)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19150" y="4271962"/>
            <a:ext cx="20883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19150" y="4748212"/>
            <a:ext cx="2088356" cy="22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ConfigMaps &amp; Volumes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3640931" y="4271962"/>
            <a:ext cx="20883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640931" y="4748212"/>
            <a:ext cx="2088356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Best Practices Appliquées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462712" y="4271962"/>
            <a:ext cx="20883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462712" y="4748212"/>
            <a:ext cx="2088356" cy="22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Tests &amp; Validation Finale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284493" y="4271962"/>
            <a:ext cx="20883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284493" y="4748212"/>
            <a:ext cx="2088356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Difficultés &amp; Perspectives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Agenda du Projet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571500" y="1143000"/>
            <a:ext cx="7534275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1CE5DF-BF94-025F-3905-D55876F10D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45940"/>
            <a:ext cx="5334000" cy="367084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571500" y="2690663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Gestionnaire de tâches (Todo List)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71500" y="3157388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Une application 3-tiers classique conçue pour démontrer les capacités d'orchestration moderne.</a:t>
            </a:r>
            <a:endParaRPr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45940"/>
            <a:ext cx="5334000" cy="367084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904875" y="3862238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Frontend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Interface utilisateur via Nginx.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04875" y="4262288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Backend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API RESTful Node.js / Express.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904875" y="4662338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Base de données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Stockage SQL PostgreSQL.</a:t>
            </a:r>
            <a:endParaRPr/>
          </a:p>
        </p:txBody>
      </p:sp>
      <p:pic>
        <p:nvPicPr>
          <p:cNvPr id="140" name="Google Shape;14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95576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295626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695676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Architecture de l'Application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01C739-3429-6E45-F569-0EAB0C6391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19387"/>
            <a:ext cx="53340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19387"/>
            <a:ext cx="533400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866775" y="3014662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Développement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66775" y="3462337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Langages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JS (Vanilla), Node.js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66775" y="3890962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Database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PostgreSQL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66775" y="4319587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Web Server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Nginx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581775" y="3014662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581775" y="3462337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Environnement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Local / Virtuel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581775" y="3890962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Cluster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K3s (Lightweight Kubernetes)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581775" y="4319587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Gestion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Definitions as Code (YAML)</a:t>
            </a:r>
            <a:endParaRPr/>
          </a:p>
        </p:txBody>
      </p:sp>
      <p:pic>
        <p:nvPicPr>
          <p:cNvPr id="160" name="Google Shape;16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062287"/>
            <a:ext cx="2190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062287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Stack Technique &amp; Environnement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FF954C-A2F5-22F6-4687-49F710D750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762000" y="1443037"/>
            <a:ext cx="50006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1 : Docker Compose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71500" y="1443037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571500" y="2157412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Architecture des Services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71500" y="2605087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Déploiement orchestré de 3 services liés avec isolation réseau stricte :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4986337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Commande : docker-compose up -d --build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904875" y="3443287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Frontend-net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Liaison UI et API.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04875" y="3843337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Backend-net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Liaison API et Données.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04875" y="4243387"/>
            <a:ext cx="4619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Persistance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Volume nommé 'postgres-data'.</a:t>
            </a:r>
            <a:endParaRPr/>
          </a:p>
        </p:txBody>
      </p:sp>
      <p:pic>
        <p:nvPicPr>
          <p:cNvPr id="177" name="Google Shape;17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71C293-7419-C44B-1295-732D20A6D4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904875" y="270510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Multi-stage builds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Optimisation drastique de la taille des images finales.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524625" y="270510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Sécurité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Exécution des processus en tant qu'utilisateur non-root.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04875" y="3552825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Quotas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Limitation stricte des ressources CPU et RAM par service.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524625" y="3552825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Healthchecks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Utilisation de sondes pour valider l'état avant démarrage.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04875" y="440055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Externalisation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Centralisation via fichiers de variables d'environnement (.env).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524625" y="440055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Ordonnancement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Respect de l'ordre de démarrage via depends_on.</a:t>
            </a:r>
            <a:endParaRPr/>
          </a:p>
        </p:txBody>
      </p:sp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38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861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35861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33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1250" y="44338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Docker : Bonnes Pratiques Appliquées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5F9DD1-2948-3582-90B7-BCCFB6BDC0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1976437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9700" y="2052637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6286500" y="293370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Configuration Multi-Nœuds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619875" y="3362325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 Nœud Master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Plan de contrôle (API, Scheduler, Controller).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619875" y="3762375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 Nœuds Workers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Exécution des charges de travail (Kubelet).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619875" y="4162425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Légèreté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Empreinte mémoire réduite, idéal pour le développement et l'Edge.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2 : Architecture du Cluster K3s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F9089B-054D-A46F-B1DC-01BC55141E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4" name="Google Shape;214;p20"/>
          <p:cNvGraphicFramePr/>
          <p:nvPr/>
        </p:nvGraphicFramePr>
        <p:xfrm>
          <a:off x="571500" y="2600325"/>
          <a:ext cx="11049000" cy="2752750"/>
        </p:xfrm>
        <a:graphic>
          <a:graphicData uri="http://schemas.openxmlformats.org/drawingml/2006/table">
            <a:tbl>
              <a:tblPr firstRow="1" bandRow="1">
                <a:noFill/>
                <a:tableStyleId>{C2AED6F3-DAD4-4580-8D74-1C691C8129EE}</a:tableStyleId>
              </a:tblPr>
              <a:tblGrid>
                <a:gridCol w="24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Composant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Objet K8s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Type de Service / Rôle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Frontend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Deployment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NodePort (Port 30080) - Accès Public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Deployment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ClusterIP - Isolation Interne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Database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Deployment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ClusterIP + PV/PVC - Isolation &amp; Persistance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Config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ConfigMap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Scripts SQL d'initialisation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5" name="Google Shape;215;p20"/>
          <p:cNvSpPr/>
          <p:nvPr/>
        </p:nvSpPr>
        <p:spPr>
          <a:xfrm>
            <a:off x="571500" y="3681412"/>
            <a:ext cx="2438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009751" y="3681412"/>
            <a:ext cx="21824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192166" y="3681412"/>
            <a:ext cx="6428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71500" y="4233862"/>
            <a:ext cx="2438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009751" y="4233862"/>
            <a:ext cx="21824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5192166" y="4233862"/>
            <a:ext cx="6428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71500" y="4786312"/>
            <a:ext cx="2438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3009751" y="4786312"/>
            <a:ext cx="21824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5192166" y="4786312"/>
            <a:ext cx="6428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71500" y="5338762"/>
            <a:ext cx="2438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3009751" y="5338762"/>
            <a:ext cx="21824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192166" y="5338762"/>
            <a:ext cx="6428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Objets Kubernetes &amp; Schéma Global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6BF9AB-083E-5D4C-703B-3762196A5D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4525"/>
            <a:ext cx="35559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914525"/>
            <a:ext cx="35559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914525"/>
            <a:ext cx="35559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19750" y="486727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792639" y="2857500"/>
            <a:ext cx="311367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ConfigMaps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866775" y="3343275"/>
            <a:ext cx="29654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Injection du script 'init-script' SQL dans /docker-entrypoint-initdb.d/ pour l'auto-initialisation.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4539090" y="2857500"/>
            <a:ext cx="311367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Secrets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4613225" y="3343275"/>
            <a:ext cx="29654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Stockage sécurisé des identifiants (DB_PASSWORD) injectés comme variables d'environnement.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8285540" y="2857500"/>
            <a:ext cx="311367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Persistent Volumes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8359675" y="3343275"/>
            <a:ext cx="29654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Provisionnement d'espace (PV) et requêtes (PVC) pour garantir la survie des données PGSQL.</a:t>
            </a:r>
            <a:endParaRPr/>
          </a:p>
        </p:txBody>
      </p:sp>
      <p:pic>
        <p:nvPicPr>
          <p:cNvPr id="244" name="Google Shape;24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06525" y="224790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81538" y="22479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51801" y="22479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Configuration &amp; Persistance des Données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7DF186-973D-810E-119B-589B3320E8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571500" y="44577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Readiness Probes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Utilisation de pg_isready pour éviter d'envoyer du trafic au backend avant que la base ne soit prête.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571500" y="4895850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Découplage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Utilisation intensive de variables injectées pour une portabilité totale du cluster.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1334988" y="2438400"/>
            <a:ext cx="20002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1334988" y="358140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Disponibilité via Sondes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4862363" y="2438400"/>
            <a:ext cx="21431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512Mi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4862363" y="3581400"/>
            <a:ext cx="2143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Limite RAM Database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8532614" y="2438400"/>
            <a:ext cx="2324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500m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8532614" y="3581400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Quota CPU Database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762000" y="5715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Bonnes</a:t>
            </a:r>
            <a:r>
              <a:rPr lang="en-US" sz="27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Pratiques Kubernetes </a:t>
            </a:r>
            <a:r>
              <a:rPr lang="en-US" sz="2700" b="0" i="0" u="none" strike="noStrike" cap="none" dirty="0" err="1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Appliquées</a:t>
            </a:r>
            <a:endParaRPr dirty="0"/>
          </a:p>
        </p:txBody>
      </p:sp>
      <p:sp>
        <p:nvSpPr>
          <p:cNvPr id="263" name="Google Shape;263;p22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ED94A5-0E2B-8F3B-B692-6E59E61106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66900"/>
            <a:ext cx="5334000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66900"/>
            <a:ext cx="5334000" cy="40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904875" y="3024187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Fonctionnel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Interface accessible, CRUD opérationnel en base.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904875" y="3424237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Sécurité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Isolation réseau vérifiée (FE ne peut joindre DB).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904875" y="3824287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Auto-healing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Test de suppression de Pod avec redémarrage automatique.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904875" y="4481512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Persistence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Données conservées après redémarrage total.</a:t>
            </a:r>
            <a:endParaRPr/>
          </a:p>
        </p:txBody>
      </p:sp>
      <p:pic>
        <p:nvPicPr>
          <p:cNvPr id="275" name="Google Shape;27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575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45757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8576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5148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Tests, Validation &amp; Résilience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391271-792D-A3B0-4190-D055AED85D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500187"/>
            <a:ext cx="54292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43050"/>
            <a:ext cx="542925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48075"/>
            <a:ext cx="54292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1500187"/>
            <a:ext cx="54292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962025" y="1933575"/>
            <a:ext cx="488061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Problème : Race Condition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62025" y="2381250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 backend crashait au démarrage car la base de données n'était pas encore initialisée ou prête à accepter des connexions.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62025" y="4038600"/>
            <a:ext cx="488061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Solution : Sondes de Santé</a:t>
            </a:r>
            <a:endParaRPr/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1981200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" y="4086225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1295400" y="4467225"/>
            <a:ext cx="43148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Docker Compose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Ajout d'un healthcheck sur PostgreSQL et clause depends_on: service_healthy.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295400" y="5143500"/>
            <a:ext cx="43148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Kubernetes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Implémentation d'une readinessProbe utilisant pg_isready sur le pod DB.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Difficultés Rencontrées &amp; Solutions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C90933-5FD0-3B8D-44DA-CB441EBE53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3564135"/>
            <a:ext cx="371475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3564135"/>
            <a:ext cx="371475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295275" y="1979265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Merci de votre attention !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571500" y="274498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Avez-vous des questions ?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2503169" y="3859410"/>
            <a:ext cx="32804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Bilan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2581275" y="4249935"/>
            <a:ext cx="3124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Migration réussie de Docker Compose vers K3s.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6408420" y="3859410"/>
            <a:ext cx="32804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Améliorations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6486525" y="4249935"/>
            <a:ext cx="3124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Ingress Controller &amp; Monitoring (Prometheus).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18FA7F-A238-70E9-144E-3188B53A6D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630</Words>
  <Application>Microsoft Office PowerPoint</Application>
  <PresentationFormat>Widescreen</PresentationFormat>
  <Paragraphs>117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Lato</vt:lpstr>
      <vt:lpstr>Inter SemiBold</vt:lpstr>
      <vt:lpstr>Poppins</vt:lpstr>
      <vt:lpstr>Arial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miadimaram</cp:lastModifiedBy>
  <cp:revision>7</cp:revision>
  <dcterms:modified xsi:type="dcterms:W3CDTF">2026-05-04T04:32:23Z</dcterms:modified>
</cp:coreProperties>
</file>